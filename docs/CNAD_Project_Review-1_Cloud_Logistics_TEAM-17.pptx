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5F904-3F1F-4281-A9E1-C2FB746B8BF7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6EA9-74F4-419E-9686-C1380811218E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6D309-B4D5-4527-B36F-A10579509D53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5E381-5B31-4AF8-B2D5-825A2871D21A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F223-DE04-43B3-A1CA-82C024222846}" type="datetime1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C939F-6452-40B3-8B30-A5C8AB6A0DFC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3805D-913B-4F6D-902C-E5136FBF0E0C}" type="datetime1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5B214-4124-49D8-A24E-DBA27A6445C3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956CC-F7C8-47FB-89A1-FBAE32B2A8EB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10B40-B78B-4C4B-BDCF-3CB98651AC41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C7294-1103-4E07-87C3-AC60860F3AE3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91251-3688-4348-9E3A-30E567D55C4D}" type="datetime1">
              <a:rPr lang="en-US" smtClean="0"/>
              <a:t>8/29/2026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DBFDF-CDE2-40CB-8FA4-3CBB1CF54A9D}" type="datetime1">
              <a:rPr lang="en-US" smtClean="0"/>
              <a:t>8/29/2026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77594-F345-470B-9851-AAB51F8A07D1}" type="datetime1">
              <a:rPr lang="en-US" smtClean="0"/>
              <a:t>8/29/2026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4D82-1E80-4D9B-9F48-1603FF32D29B}" type="datetime1">
              <a:rPr lang="en-US" smtClean="0"/>
              <a:t>8/29/2026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91D6D-4517-4318-8E63-BA647FC73676}" type="datetime1">
              <a:rPr lang="en-US" smtClean="0"/>
              <a:t>8/29/2026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8BE11-45C9-4A33-91D6-F834346F8230}" type="datetime1">
              <a:rPr lang="en-US" smtClean="0"/>
              <a:t>8/29/2026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F475-35D2-4DB4-B393-F0CB7E443F34}" type="datetime1">
              <a:rPr lang="en-US" smtClean="0"/>
              <a:t>8/29/2026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F7173-3C06-4909-B7DB-53FA6C1C449E}" type="datetime1">
              <a:rPr lang="en-US" smtClean="0"/>
              <a:t>8/29/2026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6B61D-E795-4B3F-91F2-8D80F4704BCD}" type="datetime1">
              <a:rPr lang="en-US" smtClean="0"/>
              <a:t>8/29/2026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192F9-85A8-474E-9101-6E509395F1D7}" type="datetime1">
              <a:rPr lang="en-US" smtClean="0"/>
              <a:t>8/29/2026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A09B4-E520-4CE3-B3CD-968466114F87}" type="datetime1">
              <a:rPr lang="en-US" smtClean="0"/>
              <a:t>8/29/2026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1BE44B-A080-444E-B2F8-66835D348D22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F9358-0389-4EC9-8C09-403CD6E20950}" type="datetime1">
              <a:rPr lang="en-US" smtClean="0"/>
              <a:t>8/29/2026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800219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27-08-2026(3:00pm)</a:t>
            </a: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TEAM-17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823791"/>
              </p:ext>
            </p:extLst>
          </p:nvPr>
        </p:nvGraphicFramePr>
        <p:xfrm>
          <a:off x="8193271" y="4898509"/>
          <a:ext cx="3702050" cy="149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2421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2420030173-R Jahnavi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2420030330-T Mounitha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2420030424-M Sahithi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130806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Mr. Madhu Guda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CSE,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51D8D-77C0-43B9-9B5F-E46EDA00679A}" type="datetime1">
              <a:rPr lang="en-US" b="1" smtClean="0"/>
              <a:t>8/29/2026</a:t>
            </a:fld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CNAD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505065" y="975485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Cloud-Native Logistics and Supply Chain Management Platform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638175" y="2199745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C1F5F2-ECD8-4C6D-ADBC-EC676B29AED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8/29/2026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CNAD Project Review-1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22E8B8-54AE-F861-D576-B62C19A55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E259-4615-46D4-A3BD-7CF5E55937D6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DF040-570B-E40C-28DD-48ACF4776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450DC-5C76-3221-3705-A7713237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3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B58DBC-97DD-CAE2-6032-D8BF2561F46C}"/>
              </a:ext>
            </a:extLst>
          </p:cNvPr>
          <p:cNvSpPr/>
          <p:nvPr/>
        </p:nvSpPr>
        <p:spPr>
          <a:xfrm>
            <a:off x="3834920" y="136525"/>
            <a:ext cx="410512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00" name="Content TextBox 500"/>
          <p:cNvSpPr txBox="1"/>
          <p:nvPr/>
        </p:nvSpPr>
        <p:spPr>
          <a:xfrm>
            <a:off x="800100" y="1150000"/>
            <a:ext cx="106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real-time visibility into shipments, inventory, and deliveries across the supply chain.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Manual, paper-based processes that slow down operations and increase the chance of errors.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Disconnected systems that make it difficult to coordinate shipments, inventory, and deliveries effectively.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Rising operational costs and reduced efficiency without a scalable, transparent solution.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clear need for a cloud-native platform that improves transparency, automation, and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1EEFAC-0ECA-A18F-A4B4-033D37111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399FE-9025-4738-A866-75F92FF5600E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4FD4BC-7EB9-607E-38E4-8C64E6E11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C535C-1312-10F3-FBDA-B7001433D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4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ADE4BBA-6735-AAC4-BA57-E76FE3B3CF7A}"/>
              </a:ext>
            </a:extLst>
          </p:cNvPr>
          <p:cNvSpPr/>
          <p:nvPr/>
        </p:nvSpPr>
        <p:spPr>
          <a:xfrm>
            <a:off x="3845080" y="122680"/>
            <a:ext cx="410512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500" name="Content TextBox 500"/>
          <p:cNvSpPr txBox="1"/>
          <p:nvPr/>
        </p:nvSpPr>
        <p:spPr>
          <a:xfrm>
            <a:off x="800100" y="1150000"/>
            <a:ext cx="106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and build a cloud-native platform to modernize logistics and supply chain operations.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real-time shipment tracking with live GPS updates, delivery status, and instant notifications.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 inventory management to reduce stock shortages and overstock situations.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 delivery routes to reduce travel time, fuel consumption, and operational costs.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 secure, reliable, and scalable deployment using Docker, Kubernetes, and AWS.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3903698"/>
              </p:ext>
            </p:extLst>
          </p:nvPr>
        </p:nvGraphicFramePr>
        <p:xfrm>
          <a:off x="274646" y="689466"/>
          <a:ext cx="11642705" cy="4639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b="1" dirty="0"/>
                        <a:t>N. Garg, R. Vijay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Cloud Architecture for the Logistics Business</a:t>
                      </a:r>
                      <a:endParaRPr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/>
                        <a:t>Cloud-based real-time logistics tracking.</a:t>
                      </a:r>
                      <a:endParaRPr lang="en-US" sz="20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/>
                        <a:t>Improves visibility and information sharing.</a:t>
                      </a:r>
                      <a:endParaRPr sz="2000" b="0" dirty="0"/>
                    </a:p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/>
                        <a:t>Add route optimization and inventory automation.</a:t>
                      </a:r>
                      <a:endParaRPr lang="en-US" sz="20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1" dirty="0"/>
                        <a:t>A. </a:t>
                      </a:r>
                      <a:r>
                        <a:rPr lang="en-IN" sz="1400" b="1" dirty="0" err="1"/>
                        <a:t>Aljumah</a:t>
                      </a:r>
                      <a:r>
                        <a:rPr lang="en-IN" sz="1400" b="1" dirty="0"/>
                        <a:t> et al</a:t>
                      </a:r>
                      <a:r>
                        <a:rPr lang="en-IN" sz="1400" dirty="0"/>
                        <a:t>.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0" dirty="0"/>
                        <a:t>IoT-enabled Path Optimization for Smart Logistics Using Ant Colony Algorithm</a:t>
                      </a:r>
                      <a:endParaRPr lang="en-IN" sz="16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/>
                        <a:t>IoT + fog-cloud with Ant Colony Algorithm.</a:t>
                      </a:r>
                      <a:endParaRPr lang="en-US" sz="20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/>
                        <a:t>Improves route selection and reduces delays.</a:t>
                      </a:r>
                      <a:endParaRPr lang="en-US" sz="20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/>
                        <a:t>Integrate tracking and inventory management.</a:t>
                      </a:r>
                      <a:endParaRPr lang="en-US" sz="20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1" dirty="0"/>
                        <a:t>P. K. Singh et al.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0" dirty="0"/>
                        <a:t>An </a:t>
                      </a:r>
                      <a:r>
                        <a:rPr lang="en-IN" sz="1600" b="0" dirty="0" err="1"/>
                        <a:t>IIoT</a:t>
                      </a:r>
                      <a:r>
                        <a:rPr lang="en-IN" sz="1600" b="0" dirty="0"/>
                        <a:t> Based Secure and Sustainable Smart Supply Chain System Using Sensor Networks</a:t>
                      </a:r>
                      <a:endParaRPr lang="en-IN" sz="16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 err="1"/>
                        <a:t>IIoT</a:t>
                      </a:r>
                      <a:r>
                        <a:rPr lang="en-IN" sz="2000" dirty="0"/>
                        <a:t> sensors for tracking and monitoring.</a:t>
                      </a:r>
                      <a:endParaRPr lang="en-US" sz="20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/>
                        <a:t>Improves visibility and detects shipment issues</a:t>
                      </a:r>
                      <a:endParaRPr lang="en-US" sz="20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/>
                        <a:t>Add scalable cloud and automated inventory.</a:t>
                      </a:r>
                      <a:endParaRPr lang="en-US" sz="20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2E2B-EEBE-417C-831B-9A36F38228DC}" type="datetime1">
              <a:rPr lang="en-US" smtClean="0"/>
              <a:t>8/29/2026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04399D-42EB-45BD-D43F-A5AE14D447C0}"/>
              </a:ext>
            </a:extLst>
          </p:cNvPr>
          <p:cNvSpPr/>
          <p:nvPr/>
        </p:nvSpPr>
        <p:spPr>
          <a:xfrm>
            <a:off x="3773960" y="28819"/>
            <a:ext cx="4105120" cy="59373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EF7CC6-A232-6F78-D877-F4139E33B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2076-AD1E-4D44-9D37-ACCF737AE8A4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1B73B0-000A-32FB-5643-CD5676D4A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1E0BD-2CF1-90B0-91FF-80A63764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6</a:t>
            </a:fld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D00B50F-4223-2213-E4CD-57D228BCA0B6}"/>
              </a:ext>
            </a:extLst>
          </p:cNvPr>
          <p:cNvSpPr/>
          <p:nvPr/>
        </p:nvSpPr>
        <p:spPr>
          <a:xfrm>
            <a:off x="3352320" y="268328"/>
            <a:ext cx="525828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Gap Identification</a:t>
            </a:r>
          </a:p>
        </p:txBody>
      </p:sp>
      <p:sp>
        <p:nvSpPr>
          <p:cNvPr id="500" name="Content TextBox 500"/>
          <p:cNvSpPr txBox="1"/>
          <p:nvPr/>
        </p:nvSpPr>
        <p:spPr>
          <a:xfrm>
            <a:off x="800100" y="1150000"/>
            <a:ext cx="106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logistics tools track shipments and inventory in separate, disconnected systems.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processes leave gaps in real-time visibility, causing delays and inefficiencies.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on-premise systems struggle to scale with growing business demand.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 planning is rarely automated, leading to higher fuel costs and slower deliveries.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platform closes these gaps with integrated real-time tracking, smart inventory, route optimization, and scalable cloud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8788A6-87D6-D1AD-CD09-882273D2C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8917A-4773-4F0C-BADF-AB7FA9859A31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64A259-1A89-35BF-04C0-AB6DECF4E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5C214-DB26-4476-F790-7E558BB67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7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6FE5EF9-EC7B-4BF5-92FE-E68EC6C8C5B2}"/>
              </a:ext>
            </a:extLst>
          </p:cNvPr>
          <p:cNvSpPr/>
          <p:nvPr/>
        </p:nvSpPr>
        <p:spPr>
          <a:xfrm>
            <a:off x="2682240" y="13652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Innovation, Creativity, and Novelty</a:t>
            </a:r>
          </a:p>
        </p:txBody>
      </p:sp>
      <p:sp>
        <p:nvSpPr>
          <p:cNvPr id="500" name="Content TextBox 500"/>
          <p:cNvSpPr txBox="1"/>
          <p:nvPr/>
        </p:nvSpPr>
        <p:spPr>
          <a:xfrm>
            <a:off x="800100" y="1150000"/>
            <a:ext cx="10600000" cy="49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Cloud-native architecture built with React.js, Spring Boot, MySQL, Docker, Kubernetes, and AWS.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GPS tracking with live delivery status and instant notifications for complete visibility.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Intelligent route optimization that reduces travel time, fuel consumption, and operational costs.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Automated, smart inventory management that minimizes shortages and overstock situations.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security with user authentication, data encryption, role-based access control, and protected REST APIs.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includes AI-based predictive analytics, IoT-enabled smart logistics, and blockchain integration.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AFF3A1-5C1B-139E-D79A-72B884780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ED1E-D5CF-4737-9463-A65281469B97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EC70D-1363-E80E-D957-B7196CB13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1C404-5E3A-5943-D47B-EDA9706D2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8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A611A3-C40B-C4D0-FC5B-A6E3CFDFC96B}"/>
              </a:ext>
            </a:extLst>
          </p:cNvPr>
          <p:cNvSpPr/>
          <p:nvPr/>
        </p:nvSpPr>
        <p:spPr>
          <a:xfrm>
            <a:off x="2682240" y="13652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Project Plan</a:t>
            </a:r>
          </a:p>
        </p:txBody>
      </p:sp>
      <p:sp>
        <p:nvSpPr>
          <p:cNvPr id="500" name="Content TextBox 500"/>
          <p:cNvSpPr txBox="1"/>
          <p:nvPr/>
        </p:nvSpPr>
        <p:spPr>
          <a:xfrm>
            <a:off x="800100" y="900000"/>
            <a:ext cx="10600000" cy="7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stack: React.js (frontend), Spring Boot (backend), PostgreSQL (database), and Docker, Kubernetes, AWS (cloud and DevOps).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workflow: Order Processing, then Inventory and Route Management, then Delivery and Tracking.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on mature, widely supported cloud-native tools, making the project technically and operationally feasible.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C488CE-8B67-967C-AF74-D917D2748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7296" y="2037145"/>
            <a:ext cx="7647484" cy="427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615</Words>
  <Application>Microsoft Office PowerPoint</Application>
  <PresentationFormat>Widescreen</PresentationFormat>
  <Paragraphs>113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Jahnavi Raavi</cp:lastModifiedBy>
  <cp:revision>37</cp:revision>
  <dcterms:created xsi:type="dcterms:W3CDTF">2026-08-08T06:33:56Z</dcterms:created>
  <dcterms:modified xsi:type="dcterms:W3CDTF">2026-08-29T04:59:48Z</dcterms:modified>
</cp:coreProperties>
</file>